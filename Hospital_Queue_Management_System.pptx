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63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4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2EC4B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EC4B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Queue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Linked-List Based Priority Queue, Implemented in 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S.M. Tanzim Hassan &amp; Sharmin Jahan </a:t>
            </a:r>
            <a:r>
              <a:rPr lang="en-US" sz="1300" b="1" dirty="0" err="1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Nijhum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2025-1-60-184 &amp; 2025-1-60-184  |   Course: Data Structures (CSE 207)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1062533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10625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86661" y="5806440"/>
            <a:ext cx="883310" cy="384048"/>
          </a:xfrm>
          <a:prstGeom prst="roundRect">
            <a:avLst>
              <a:gd name="adj" fmla="val 19048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86661" y="5806440"/>
            <a:ext cx="8833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1139" y="5806440"/>
            <a:ext cx="793699" cy="384048"/>
          </a:xfrm>
          <a:prstGeom prst="roundRect">
            <a:avLst>
              <a:gd name="adj" fmla="val 19048"/>
            </a:avLst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1139" y="5806440"/>
            <a:ext cx="7936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Hospitals Need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Simple Queue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deal with patients who must be attended to in an order based on severity, not arrival time. A patient having a heart attack cannot wait behind someone with a mild cold just because the latter arrived first — the system needs to respect both urgency and fairness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309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managing a patient queue with registers or plain lists is slow, error-prone, and ignores medical urgency. Critical cases can be delayed and staff have no quick way to search or update records — a program is needed that adds, searches, removes, and displays patients automatically, always keeping the most urgent patient at the front.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737360"/>
            <a:ext cx="4114800" cy="4434840"/>
          </a:xfrm>
          <a:prstGeom prst="roundRect">
            <a:avLst>
              <a:gd name="adj" fmla="val 2667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TRIAGE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26060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58200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2898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immediately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36576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845820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next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4709160"/>
            <a:ext cx="502920" cy="502920"/>
          </a:xfrm>
          <a:prstGeom prst="ellipse">
            <a:avLst/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458200" y="4681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 arrival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priority → first-come, first-served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0756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linked lists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apply the practical use of a linked list to build a queue.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5152" y="2103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9512" y="20756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priority queue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patients by urgency, not just arrival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21624" y="2103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16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15984" y="20756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insertion (enqueue), deletion (dequeue), and search.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315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FIFO fairness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first-come-first-served order among equal priorities.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45152" y="43434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45152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9512" y="4315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performance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4983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time complexity of each operation.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21624" y="43434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21624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15984" y="4315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21624" y="4983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beginner-friendly command-line interface.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Struct to a Priority Queue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97480" cy="411480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293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(struct)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657600"/>
            <a:ext cx="23682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groups id, name, age, disease, priority into one unit; Node wraps a Patient with a next pointer.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18745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8728" y="187452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38728" y="2331720"/>
            <a:ext cx="2697480" cy="4114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38728" y="19293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3320" y="292608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657600"/>
            <a:ext cx="23682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dynamically with malloc()/free() — no shifting of elements needed, unlike an array.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37376" y="18745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37376" y="187452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37376" y="2331720"/>
            <a:ext cx="269748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37376" y="19293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01968" y="292608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1968" y="3657600"/>
            <a:ext cx="23682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always points to the next patient to serve — classic First-In-First-Out (FIFO) removal.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36024" y="18745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36024" y="187452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36024" y="2331720"/>
            <a:ext cx="26974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36024" y="19293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500616" y="292608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Queue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0616" y="3657600"/>
            <a:ext cx="23682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carries a priority (1=Emergency, 2=Serious, 3=Normal); new patients insert in sorted position.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menu, five operations, all acting on a single linked-list queue (front).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75504" y="1874520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75504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9904" y="242316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61104" y="27432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61104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 · Serve · Search · Remove · Display · Exit)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356616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1104" y="38862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61104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Choice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443484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31620" y="4754880"/>
            <a:ext cx="8823960" cy="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31620" y="475488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783080" cy="54864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37610" y="475488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46070" y="5074920"/>
            <a:ext cx="1783080" cy="54864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46070" y="5074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Patient()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475488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52060" y="5074920"/>
            <a:ext cx="1783080" cy="5486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52060" y="5074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Patient()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49590" y="475488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58050" y="5074920"/>
            <a:ext cx="1783080" cy="548640"/>
          </a:xfrm>
          <a:prstGeom prst="roundRect">
            <a:avLst>
              <a:gd name="adj" fmla="val 15000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58050" y="5074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Patient()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355580" y="4754880"/>
            <a:ext cx="0" cy="320040"/>
          </a:xfrm>
          <a:prstGeom prst="line">
            <a:avLst/>
          </a:prstGeom>
          <a:noFill/>
          <a:ln w="19050">
            <a:solidFill>
              <a:srgbClr val="5C7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64040" y="5074920"/>
            <a:ext cx="1783080" cy="548640"/>
          </a:xfrm>
          <a:prstGeom prst="roundRect">
            <a:avLst>
              <a:gd name="adj" fmla="val 15000"/>
            </a:avLst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464040" y="5074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Patient()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18304" y="598932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5C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18304" y="5989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 back to Menu until Exit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305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(Sorted Insert)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213055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21305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 inserted at the position that keeps the list sorted by priority; ties keep FIFO order.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130552"/>
            <a:ext cx="457200" cy="457200"/>
          </a:xfrm>
          <a:prstGeom prst="ellipse">
            <a:avLst/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0574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(Dequeue)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61320" y="213055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61320" y="21305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node is always the most urgent patient — print, unlink, and free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4297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437083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43708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9834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node-by-node from front, comparing each patient's ID to the target.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37960" y="43708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297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by ID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561320" y="437083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61320" y="43708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9834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(prev, temp) walk together so the matched node can be unlinked safely.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Insertion in 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addPatient() places every new patient at the correct priority position — the heart of the priority queue.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360920" cy="4343400"/>
          </a:xfrm>
          <a:prstGeom prst="roundRect">
            <a:avLst>
              <a:gd name="adj" fmla="val 1684"/>
            </a:avLst>
          </a:prstGeom>
          <a:solidFill>
            <a:srgbClr val="0A1E2E"/>
          </a:solidFill>
          <a:ln w="12700">
            <a:solidFill>
              <a:srgbClr val="1E4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4712" y="2148840"/>
            <a:ext cx="137160" cy="13716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0744" y="2148840"/>
            <a:ext cx="137160" cy="137160"/>
          </a:xfrm>
          <a:prstGeom prst="ellipse">
            <a:avLst/>
          </a:prstGeom>
          <a:solidFill>
            <a:srgbClr val="2A9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6949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(front == NULL ||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newNode-&gt;data.priority &lt; front-&gt;data.priority) {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front;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 = newNode;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*temp = front;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(temp-&gt;next != NULL &amp;&amp;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temp-&gt;next-&gt;data.priority &lt;= newNode-&gt;data.priority)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temp-&gt;next;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newNode-&gt;next = temp-&gt;next;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temp-&gt;next = newNode;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965960"/>
            <a:ext cx="3291840" cy="4343400"/>
          </a:xfrm>
          <a:prstGeom prst="roundRect">
            <a:avLst>
              <a:gd name="adj" fmla="val 2778"/>
            </a:avLst>
          </a:prstGeom>
          <a:solidFill>
            <a:srgbClr val="0F4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4964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4964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49640" y="2898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(Standard, procedural)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496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49640" y="38130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Code::Blocks + GNU GCC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47274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stdio.h, stdlib.h, string.h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5641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serve, search, remove,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main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End-to-End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gcc; three patients added with different priorities, queue displayed, one served, one searched, one removed.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41605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Patient (Emergency)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inserted at front of the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Patient (Normal)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Inserted after all higher-priority 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Patient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(most urgent) patient shown &amp; removed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patient's full details displayed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by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unlinked and list re-connected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on empty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“Queue is empty” message shown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4937760" cy="323697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(sorted insert)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(dequeue)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by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O(n) — one dynamically allocated node per patient, no wasted array capacity.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89320" y="160020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0F4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21488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9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linked-list based priority queue keeps the most urgent patient at the front at all times — O(1) serve time at the cost of O(n) insertion — while reinforcing dynamic memory management and pointer manipulation as a practical, real-world scheduling model.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8932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4" name="Shape 7"/>
          <p:cNvSpPr/>
          <p:nvPr/>
        </p:nvSpPr>
        <p:spPr>
          <a:xfrm>
            <a:off x="5989320" y="4645152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5065776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3640" y="49194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records to file / database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548640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5340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priority queue → O(log n) insert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590702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6364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authentication &amp; access control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89320" y="6172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972</Words>
  <Application>Microsoft Office PowerPoint</Application>
  <PresentationFormat>Widescreen</PresentationFormat>
  <Paragraphs>182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2026-08-10T16:05:20Z</dcterms:created>
  <dcterms:modified xsi:type="dcterms:W3CDTF">2026-08-10T16:12:40Z</dcterms:modified>
</cp:coreProperties>
</file>